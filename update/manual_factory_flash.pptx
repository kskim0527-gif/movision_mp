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5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1CD6-B525-4946-AE25-5109D2D14FC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6A55-F17C-4CCB-A740-ED919C7786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705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1CD6-B525-4946-AE25-5109D2D14FC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6A55-F17C-4CCB-A740-ED919C7786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587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1CD6-B525-4946-AE25-5109D2D14FC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6A55-F17C-4CCB-A740-ED919C7786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408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1CD6-B525-4946-AE25-5109D2D14FC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6A55-F17C-4CCB-A740-ED919C7786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607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1CD6-B525-4946-AE25-5109D2D14FC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6A55-F17C-4CCB-A740-ED919C7786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783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1CD6-B525-4946-AE25-5109D2D14FC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6A55-F17C-4CCB-A740-ED919C7786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343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1CD6-B525-4946-AE25-5109D2D14FC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6A55-F17C-4CCB-A740-ED919C7786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930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1CD6-B525-4946-AE25-5109D2D14FC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6A55-F17C-4CCB-A740-ED919C7786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056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1CD6-B525-4946-AE25-5109D2D14FC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6A55-F17C-4CCB-A740-ED919C7786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021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1CD6-B525-4946-AE25-5109D2D14FC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6A55-F17C-4CCB-A740-ED919C7786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608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1CD6-B525-4946-AE25-5109D2D14FC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6A55-F17C-4CCB-A740-ED919C7786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855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51CD6-B525-4946-AE25-5109D2D14FC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76A55-F17C-4CCB-A740-ED919C7786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21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2754"/>
            <a:ext cx="14289721" cy="548273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85800" y="4542729"/>
            <a:ext cx="9743090" cy="34684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685800" y="3682379"/>
            <a:ext cx="9743090" cy="34684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2475186" y="4816365"/>
            <a:ext cx="725214" cy="9380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2364827" y="3829920"/>
            <a:ext cx="835573" cy="5044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55579" y="5569747"/>
            <a:ext cx="2443655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실행파일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219853" y="4082167"/>
            <a:ext cx="185244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Serial_number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756745" y="1617798"/>
            <a:ext cx="9743090" cy="182696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 flipV="1">
            <a:off x="10313074" y="2508166"/>
            <a:ext cx="413541" cy="5188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31618" y="1933052"/>
            <a:ext cx="2467304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Update file </a:t>
            </a:r>
          </a:p>
          <a:p>
            <a:r>
              <a:rPr lang="ko-KR" altLang="en-US" sz="1200" dirty="0" err="1" smtClean="0"/>
              <a:t>생산버전을</a:t>
            </a:r>
            <a:r>
              <a:rPr lang="ko-KR" altLang="en-US" sz="1200" dirty="0" smtClean="0"/>
              <a:t> 배포 할 예정입니다</a:t>
            </a:r>
            <a:r>
              <a:rPr lang="en-US" altLang="ko-KR" sz="12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3718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860091"/>
            <a:ext cx="7670796" cy="18967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398657"/>
            <a:ext cx="2443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실행파일</a:t>
            </a:r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609601" y="1688161"/>
            <a:ext cx="2443655" cy="34684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6799385" y="2121914"/>
            <a:ext cx="492369" cy="34684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1" y="2905453"/>
            <a:ext cx="5937737" cy="3721151"/>
          </a:xfrm>
          <a:prstGeom prst="rect">
            <a:avLst/>
          </a:prstGeom>
        </p:spPr>
      </p:pic>
      <p:sp>
        <p:nvSpPr>
          <p:cNvPr id="29" name="직사각형 28"/>
          <p:cNvSpPr/>
          <p:nvPr/>
        </p:nvSpPr>
        <p:spPr>
          <a:xfrm>
            <a:off x="609601" y="4835807"/>
            <a:ext cx="2825261" cy="51577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3170486" y="5423982"/>
            <a:ext cx="369883" cy="26171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7555" y="4114800"/>
            <a:ext cx="5044446" cy="1570893"/>
          </a:xfrm>
          <a:prstGeom prst="rect">
            <a:avLst/>
          </a:prstGeom>
        </p:spPr>
      </p:pic>
      <p:sp>
        <p:nvSpPr>
          <p:cNvPr id="3" name="오른쪽 화살표 2"/>
          <p:cNvSpPr/>
          <p:nvPr/>
        </p:nvSpPr>
        <p:spPr>
          <a:xfrm>
            <a:off x="6688015" y="4882662"/>
            <a:ext cx="357554" cy="4689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7098323" y="4876801"/>
            <a:ext cx="2571455" cy="51577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045569" y="5703277"/>
            <a:ext cx="3815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다음순서로</a:t>
            </a:r>
            <a:r>
              <a:rPr lang="ko-KR" altLang="en-US" sz="1200" dirty="0" smtClean="0"/>
              <a:t> 업데이트 할 </a:t>
            </a:r>
            <a:r>
              <a:rPr lang="en-US" altLang="ko-KR" sz="1200" dirty="0" smtClean="0"/>
              <a:t>serial number</a:t>
            </a:r>
            <a:r>
              <a:rPr lang="ko-KR" altLang="en-US" sz="1200" dirty="0" smtClean="0"/>
              <a:t>입니다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5734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5800" y="398657"/>
            <a:ext cx="2443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Serial Number</a:t>
            </a:r>
            <a:endParaRPr lang="ko-KR" altLang="en-US" dirty="0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584" y="1172174"/>
            <a:ext cx="9785144" cy="89787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6154" y="2702240"/>
            <a:ext cx="9812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Serial Number  </a:t>
            </a:r>
            <a:r>
              <a:rPr lang="ko-KR" altLang="en-US" sz="1200" dirty="0" smtClean="0"/>
              <a:t>는 </a:t>
            </a:r>
            <a:r>
              <a:rPr lang="en-US" altLang="ko-KR" sz="1200" dirty="0" err="1" smtClean="0"/>
              <a:t>tita</a:t>
            </a:r>
            <a:r>
              <a:rPr lang="en-US" altLang="ko-KR" sz="1200" dirty="0" smtClean="0"/>
              <a:t> server</a:t>
            </a:r>
            <a:r>
              <a:rPr lang="ko-KR" altLang="en-US" sz="1200" dirty="0" smtClean="0"/>
              <a:t>에 올리고 공장에서 </a:t>
            </a:r>
            <a:r>
              <a:rPr lang="en-US" altLang="ko-KR" sz="1200" dirty="0" err="1" smtClean="0"/>
              <a:t>tita</a:t>
            </a:r>
            <a:r>
              <a:rPr lang="en-US" altLang="ko-KR" sz="1200" dirty="0" smtClean="0"/>
              <a:t> server</a:t>
            </a:r>
            <a:r>
              <a:rPr lang="ko-KR" altLang="en-US" sz="1200" dirty="0" smtClean="0"/>
              <a:t>에 연결하여 업데이트를 합니다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 smtClean="0"/>
          </a:p>
          <a:p>
            <a:r>
              <a:rPr lang="ko-KR" altLang="en-US" sz="1200" dirty="0" smtClean="0"/>
              <a:t>주의사항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같은 번호로 업데이트되면 안됩니다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69" y="3513443"/>
            <a:ext cx="5417218" cy="2761004"/>
          </a:xfrm>
          <a:prstGeom prst="rect">
            <a:avLst/>
          </a:prstGeom>
        </p:spPr>
      </p:pic>
      <p:sp>
        <p:nvSpPr>
          <p:cNvPr id="34" name="직사각형 33"/>
          <p:cNvSpPr/>
          <p:nvPr/>
        </p:nvSpPr>
        <p:spPr>
          <a:xfrm>
            <a:off x="3487617" y="3879945"/>
            <a:ext cx="1594338" cy="24071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화살표 연결선 34"/>
          <p:cNvCxnSpPr/>
          <p:nvPr/>
        </p:nvCxnSpPr>
        <p:spPr>
          <a:xfrm>
            <a:off x="5185311" y="3980760"/>
            <a:ext cx="112170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61180" y="3751330"/>
            <a:ext cx="490434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사용한 시리얼 번호</a:t>
            </a:r>
            <a:endParaRPr lang="en-US" altLang="ko-KR" sz="1200" dirty="0"/>
          </a:p>
          <a:p>
            <a:r>
              <a:rPr lang="ko-KR" altLang="en-US" sz="1200" dirty="0" smtClean="0"/>
              <a:t>프로그램에서 </a:t>
            </a:r>
            <a:r>
              <a:rPr lang="ko-KR" altLang="en-US" sz="1200" dirty="0" err="1" smtClean="0"/>
              <a:t>사용안한</a:t>
            </a:r>
            <a:r>
              <a:rPr lang="ko-KR" altLang="en-US" sz="1200" dirty="0" smtClean="0"/>
              <a:t> 시리얼만 사용함</a:t>
            </a:r>
            <a:r>
              <a:rPr lang="en-US" altLang="ko-KR" sz="1200" dirty="0" smtClean="0"/>
              <a:t>..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en-US" sz="1200" dirty="0" smtClean="0"/>
              <a:t>이 파일의 내용은 절대로 편집하면 안됩니다</a:t>
            </a:r>
            <a:r>
              <a:rPr lang="en-US" altLang="ko-KR" sz="1200" dirty="0" smtClean="0"/>
              <a:t>. </a:t>
            </a:r>
          </a:p>
          <a:p>
            <a:r>
              <a:rPr lang="en-US" altLang="ko-KR" sz="1200" dirty="0" smtClean="0"/>
              <a:t>USE</a:t>
            </a:r>
            <a:r>
              <a:rPr lang="en-US" altLang="ko-KR" sz="1200" dirty="0"/>
              <a:t>D</a:t>
            </a:r>
            <a:r>
              <a:rPr lang="en-US" altLang="ko-KR" sz="1200" dirty="0" smtClean="0"/>
              <a:t>_TIME</a:t>
            </a:r>
            <a:r>
              <a:rPr lang="ko-KR" altLang="en-US" sz="1200" dirty="0" smtClean="0"/>
              <a:t>을 지우면 절대로 안 됩니다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시리얼을 중복사용하게 될 수 도 있습니다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78647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70</Words>
  <Application>Microsoft Office PowerPoint</Application>
  <PresentationFormat>와이드스크린</PresentationFormat>
  <Paragraphs>15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김경식</dc:creator>
  <cp:lastModifiedBy>김경식</cp:lastModifiedBy>
  <cp:revision>6</cp:revision>
  <dcterms:created xsi:type="dcterms:W3CDTF">2026-04-23T04:17:38Z</dcterms:created>
  <dcterms:modified xsi:type="dcterms:W3CDTF">2026-04-23T04:54:38Z</dcterms:modified>
</cp:coreProperties>
</file>